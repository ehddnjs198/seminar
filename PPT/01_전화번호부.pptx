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화면은 입력과 전시만 하고, 판단(검사/검색)은 PhoneBookManager가 담당합니다. 데이터는 ObservableCollection에 저장되어 변경 시 ListView가 자동으로 갱신됩니다.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전화번호부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이름과 전화번호를 추가 · 삭제 · 검색 · 전시하는 WPF 프로그램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4724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4724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52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152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무인체계 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요구사항 4가지를 각각 하나의 기능으로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빈 값 → 형식(정규식) → 중복 순서로 검사 후 등록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실패 시 사유를 MessageBox로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ListView에서 선택한 항목 삭제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Yes/No 확인 창으로 실수 방지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이름 또는 전화번호 부분 일치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LINQ Where + Contains 사용, Enter 키 지원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ListView + GridView 표 형태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ObservableCollection으로 추가/삭제 즉시 반영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Contact.cs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연락처 1건 데이터 (Model)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PhoneBookManager.cs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추가 · 삭제 · 검색 로직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화면 레이아웃 (입력 / 검색 / 목록)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MainWindow.xaml.cs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버튼 이벤트 → Manager 호출 → 전시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 (MainWindow 실행)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구현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화면(UI) · 로직 · 데이터를 분리하여 역할을 나눔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MainWindow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화면 · 이벤트 처리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PhoneBookManager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추가 · 삭제 · 검색 로직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ObservableCollection&lt;Contact&gt;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연락처 데이터 저장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49039" y="2011680"/>
            <a:ext cx="685800" cy="365760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726679" y="2011680"/>
            <a:ext cx="685800" cy="365760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버튼 클릭 이벤트 수신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TextBox 값을 읽어 Manager에 전달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결과를 ListView / 상태 표시줄에 전시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입력값 검사 (빈 값 · 형식 · 중복)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LINQ로 검색 결과 생성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UI 코드가 없어 재사용 · 테스트 쉬움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Contact 객체 목록 보관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추가/삭제 시 CollectionChanged 발생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바인딩된 ListView가 자동 갱신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C80"/>
                </a:solidFill>
                <a:latin typeface="맑은 고딕"/>
                <a:ea typeface="맑은 고딕"/>
              </a:rPr>
              <a:t>핵심 : </a:t>
            </a: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데이터가 바뀌면 ObservableCollection이 UI에 알림 → ListView를 다시 그리는 코드를 직접 작성할 필요 없음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① 추가 – 3단계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PhoneBookManager.Add() : 성공 여부(bool) + 실패 사유(out string) 반환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675120" cy="44805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30935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public bool Add(string name, string phoneNumber,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            out string errorMessage)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① 빈 값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(string.IsNullOrWhiteSpace(name) || ...)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{ errorMessage = "..."; return false; }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② 형식 : ^\d{2,3}-?\d{3,4}-?\d{4}$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(!phonePattern.IsMatch(phoneNumber)) ...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③ 중복 : 같은 번호가 하나라도 있으면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(contactList.Any(c =&gt; c.PhoneNumber == phoneNumber)) ...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contactList.Add(new Contact { ... });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return true;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6304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1848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빈 값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2140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IsNullOrWhiteSpace : null, "", 공백만 입력 모두 걸러냄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7180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80960" y="31546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2724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형식 검사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63016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정규식으로 010-1234-5678, 01012345678, 02-123-4567 허용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48056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0" y="46634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3600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중복 검사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513892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LINQ Any : 조건을 만족하는 항목이 하나라도 있으면 true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② 검색 · 삭제 · 전시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ListView의 ItemsSource를 바꿔 끼우는 방식으로 전체/검색 결과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contactList.Where(c =&gt;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c.Name.Contains(keyword) ||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c.PhoneNumber.Contains(keyword))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.ToList();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결과 List를 ItemsSource에 연결 → 검색 결과만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var selectedContact =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contactListView.SelectedItem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as Contact;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선택 없으면 안내 → Yes/No 확인 → Remove() 후 전체 목록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contactListView.ItemsSource =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phoneBookManager.ContactList;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{Binding Name}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GridViewColumn이 Contact의 Name / PhoneNumber 속성을 바인딩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ObservableCollection?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INotifyCollectionChanged를 구현한 컬렉션. 추가/삭제 시 이벤트를 발생시켜 바인딩된 UI가 자동 갱신된다. List&lt;T&gt;는 알림이 없어 수동 갱신 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데이터 바인딩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{Binding Name} : 객체의 속성 값을 UI에 연결. 필드는 바인딩 불가 → Contact를 { get; set; } 속성으로 선언한 이유.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정규식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^ 시작, $ 끝, \d 숫자, {2,3} 2~3회 반복, -? 하이픈 0~1회. → 지역번호-국번-번호 4자리 형식.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LINQ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컬렉션 질의 문법. Where(필터), Any(존재 여부), ToList(결과 확정). 람다식 c =&gt; ... 로 조건 전달.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out 매개변수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반환값 외에 추가 결과를 돌려줄 때 사용. 메서드 안에서 반드시 값을 할당해야 함. (bool + 오류 메시지)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as vs (Contact) 캐스팅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as : 변환 실패 시 null 반환 (예외 없음). (Contact) 캐스팅 : 실패 시 InvalidCastException 발생.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phoneNumber
selectedContact
errorMessage
phoneBookManager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class PhoneBookManager
Add() / Search()
Contact.Name
ContactList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nameTextBox
addButton
contactListView
statusTextBlock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(1/2)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phonePattern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Regex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필드(static readonly) · 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전화번호 형식 검사 규칙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검사 대상(phone) + 규칙(pattern) → 무엇을 검사하는지 바로 보임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contactList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ObservableCollection&lt;Contact&gt;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PhoneBookManager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전체 연락처 목록 저장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 + List → '여러 연락처의 모음'임을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추가/삭제/검색 로직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 이름을 camelCase로 그대로 → 타입과 역할 일치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name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 / 지역 · AddButton_Click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입력된 이름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Contact.Name 속성과 같은 단어 → 값의 연결이 명확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 / 지역 · AddButton_Click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입력된 전화번호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phone만 쓰면 '전화기'와 혼동 → Number를 붙여 값임을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errorMessage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매개변수 · Add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추가 실패 사유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용도(error) + 형태(message) → 화면에 띄울 문장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(2/2)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154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Remove / 람다식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삭제 · 비교 대상 연락처 1건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단수형 → 목록(contactList)과 구분되는 한 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keyword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Search / 지역 · Search()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기능에서 통용되는 용어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selectedContact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DeleteButton_Click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ListView에서 선택한 연락처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selected 접두어 → 사용자가 고른 항목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answer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MessageBoxResult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DeleteButton_Click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삭제 확인 응답 (Yes/No)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'삭제할까요?' 질문에 대한 대답이라는 의미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sender / 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object / RoutedEventArgs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이벤트 핸들러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이벤트 발생 컨트롤 / 이벤트 정보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WPF 이벤트 핸들러 표준 이름 그대로 사용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1737360"/>
                <a:gridCol w="6217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nameTextBox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이름 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전화번호 입력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addButton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연락처 추가 실행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searchTextBox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검색어 입력 (Enter 키로 검색)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searchButton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실행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showAllButton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해제 → 전체 목록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contactListView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ListView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연락처 표 전시 (이름 / 전화번호 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deleteButton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선택한 연락처 삭제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전체 인원 수 / 검색 결과 건수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시연 시나리오 (샘플 데이터 2건이 미리 등록된 상태로 시작)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실행 시 홍길동, 김철수 2건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하단에 '전체 2명'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6352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이름 · 번호 입력 후 [추가]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형식 오류 · 중복 번호 입력 시 경고창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2664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'010' 또는 '홍' 입력 후 Enter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부분 일치 결과와 건수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1775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0375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5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375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목록에서 항목 선택 → [선택 삭제]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Yes 선택 시 목록에서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48088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088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전체보기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[전체보기]로 검색 해제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변경된 전체 목록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