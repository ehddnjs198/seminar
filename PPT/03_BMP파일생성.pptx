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BMP는 파일 헤더 14바이트, 정보 헤더 40바이트, 그 뒤에 픽셀 데이터가 이어지는 단순한 구조입니다. 24비트는 팔레트가 없어서 헤더 바로 뒤, 54번 오프셋부터 픽셀이 시작됩니다.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BMP 파일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입력한 R · G · B 색상과 크기로 단색 .bmp 파일을 바이트 단위로 직접 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393952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39395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RGB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5512" y="4754880"/>
            <a:ext cx="145084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5512" y="4754880"/>
            <a:ext cx="145084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4960" y="4754880"/>
            <a:ext cx="1393952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24960" y="4754880"/>
            <a:ext cx="139395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BGR 픽셀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47512" y="4754880"/>
            <a:ext cx="1593088" cy="457200"/>
          </a:xfrm>
          <a:prstGeom prst="roundRect">
            <a:avLst>
              <a:gd name="adj" fmla="val 50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7512" y="4754880"/>
            <a:ext cx="159308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4byte 정렬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이미지 라이브러리 없이 BMP 규격대로 헤더와 픽셀을 BinaryWriter로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RGB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 · G · B 값을 각각 0~255로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색상 박스로 입력 색을 즉시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 · 세로(1~5000)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예상 파일 크기(byte) 실시간 표시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실행 시 기본값으로 자동 1개 생성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R255_G0_B0_300x200.bmp 형식 이름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미리보기 · 폴더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생성 파일을 다시 읽어 Image에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열기]로 BmpOutput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BmpWriter.cs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BMP 헤더 + 픽셀 작성, 크기 계산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RGB · 크기 입력, 미리보기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입력 검사 · 생성 호출 · 이미지 로드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BMP 파일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54 byte + 픽셀 데이터 (24bit, 무압축)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554480"/>
            <a:ext cx="4754880" cy="73152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55448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파일 헤더  BITMAPFILEHEADER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554480"/>
            <a:ext cx="137160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14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1206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'BM' 식별자 · 파일 크기 · 픽셀 시작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423160"/>
            <a:ext cx="4754880" cy="1097280"/>
          </a:xfrm>
          <a:prstGeom prst="roundRect">
            <a:avLst>
              <a:gd name="adj" fmla="val 4000"/>
            </a:avLst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2423160"/>
            <a:ext cx="32918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정보 헤더  BITMAPINFOHEADER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37160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40 byte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512064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가로 · 세로 · 색 깊이(24) · 압축(0) ·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offset 54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657600"/>
            <a:ext cx="4754880" cy="17373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32918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픽셀 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137160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</a:rPr>
              <a:t>rowSize x 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51206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B G R 순서, 맨 아래 줄부터, 줄마다 4byte 정렬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5623560"/>
            <a:ext cx="10149840" cy="54864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5623560"/>
            <a:ext cx="9875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E2A33"/>
                </a:solidFill>
                <a:latin typeface="맑은 고딕"/>
                <a:ea typeface="맑은 고딕"/>
              </a:rPr>
              <a:t>파일 크기 = </a:t>
            </a:r>
            <a:r>
              <a:rPr sz="1400" b="0">
                <a:solidFill>
                  <a:srgbClr val="1E2A33"/>
                </a:solidFill>
                <a:latin typeface="Consolas"/>
                <a:ea typeface="맑은 고딕"/>
              </a:rPr>
              <a:t>54 + rowSize x height</a:t>
            </a: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   →   300 x 200 : 54 + 900 x 200 = </a:t>
            </a:r>
            <a:r>
              <a:rPr sz="1400" b="1">
                <a:solidFill>
                  <a:srgbClr val="6A3FA0"/>
                </a:solidFill>
                <a:latin typeface="맑은 고딕"/>
                <a:ea typeface="맑은 고딕"/>
              </a:rPr>
              <a:t>180,054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헤더 필드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BinaryWriter.Write() 순서 = 아래 표의 오프셋 순서 (Little-Endian)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파일 헤더 (14 byte)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4937760" cy="2331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463040"/>
                <a:gridCol w="21031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bfType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'B', 'M'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bfReserved2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bfOffBits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pixelOffset (54)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43400"/>
            <a:ext cx="4937760" cy="17830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45720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A3FA0"/>
                </a:solidFill>
                <a:latin typeface="맑은 고딕"/>
                <a:ea typeface="맑은 고딕"/>
              </a:rPr>
              <a:t>Little-Endian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하위 바이트를 먼저 저장하는 방식 (x86 / BMP 규격)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54 → </a:t>
            </a: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36 00 00 00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BinaryWriter가 자동으로 이 순서로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3716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정보 헤더 (40 byte)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83080"/>
          <a:ext cx="5669280" cy="4434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520"/>
                <a:gridCol w="640080"/>
                <a:gridCol w="1783080"/>
                <a:gridCol w="2514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오프셋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필드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기록 값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infoHeaderSize (40)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width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biHeight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height (양수 = 아래→위)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biPlanes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 (고정)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biBitCount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bitsPerPixel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biCompression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= BI_RGB (무압축)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biSizeImage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38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biXPelsPerMeter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biYPelsPerMeter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pixelsPerMeter (3780)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46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biClrUsed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 (팔레트 없음)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biClrImportant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픽셀 데이터 – 한 줄 4byte 정렬 (패딩)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각 줄(Row)의 바이트 수는 반드시 4의 배수 → 모자라면 0으로 채움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669280" cy="8229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303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Consolas"/>
                <a:ea typeface="맑은 고딕"/>
              </a:rPr>
              <a:t>int rowSize = (width * 3 + 3) / 4 * 4;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+3 후 정수 나눗셈(/4) → 올림 효과, 다시 x4 → 4의 배수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padding = rowSize - width x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55448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300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5544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900 byte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59" y="155448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0 (900은 4의 배수)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0175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101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10896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303 → 304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59" y="310896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1 byte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57200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66344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B6770"/>
                </a:solidFill>
                <a:latin typeface="맑은 고딕"/>
                <a:ea typeface="맑은 고딕"/>
              </a:rPr>
              <a:t>3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66344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6A3FA0"/>
                </a:solidFill>
                <a:latin typeface="맑은 고딕"/>
                <a:ea typeface="맑은 고딕"/>
              </a:rPr>
              <a:t>9 →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59" y="4663440"/>
            <a:ext cx="13258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맑은 고딕"/>
                <a:ea typeface="맑은 고딕"/>
              </a:rPr>
              <a:t>예) 가로 3픽셀 빨강 한 줄 = 12 byte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77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91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77840" y="3886200"/>
            <a:ext cx="42062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onsolas"/>
                <a:ea typeface="맑은 고딕"/>
              </a:rPr>
              <a:t>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4526280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Consolas"/>
                <a:ea typeface="맑은 고딕"/>
              </a:rPr>
              <a:t>B   G   R  (픽셀 1개 = 3 byte)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526280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770"/>
                </a:solidFill>
                <a:latin typeface="맑은 고딕"/>
                <a:ea typeface="맑은 고딕"/>
              </a:rPr>
              <a:t>패딩 3 byte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074920"/>
            <a:ext cx="5669280" cy="1051560"/>
          </a:xfrm>
          <a:prstGeom prst="roundRect">
            <a:avLst>
              <a:gd name="adj" fmla="val 8000"/>
            </a:avLst>
          </a:prstGeom>
          <a:solidFill>
            <a:srgbClr val="EF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120640"/>
            <a:ext cx="53035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이유 : CPU가 4byte(32bit) 단위로 메모리를 읽을 때 효율적이도록 줄 시작 주소를 정렬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구현 시 주의한 규칙 3가지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규격과 다르게 쓰면 색이 바뀌거나 이미지가 뒤집혀 보임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BGR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픽셀 1개 = Blue, Green, Red 순서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rowData[x*3]=blue, [x*3+1]=green, [x*3+2]=red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RGB로 쓰면 빨강 ↔ 파랑이 바뀜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64208"/>
            <a:ext cx="26517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Bottom-Up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biHeight가 양수 → 맨 아래 줄부터 저장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음수로 쓰면 Top-Down (위 → 아래)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단색이라 결과는 같지만 규칙 이해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6304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using 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40280"/>
            <a:ext cx="315468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BinaryWriter는 IDisposable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블록이 끝나면 자동 Close → 파일 잠금 해제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미리보기는 CacheOption.OnLoad로 즉시 닫음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BmpWriter.Save()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헤더 작성 후 한 줄(rowData)을 만들어 height번 반복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6656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400800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rowSize = GetRowSize(width); // 4배수 정렬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imageSize = rowSize * height;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pixelOffset = fileHeaderSize + infoHeaderSize; // 54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int fileSize = pixelOffset + imageSize;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using (BinaryWriter writer = new BinaryWriter(...))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writer.Write((byte)'B'); writer.Write((byte)'M');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writer.Write(fileSize);  ...   // 헤더 54 byte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byte[] rowData = new byte[rowSize]; // 패딩 = 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x = 0; x &lt; width; x++)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{   rowData[x * 3] = blue; ...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for (int y = 0; y &lt; height; y++)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writer.Write(rowData);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46304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0020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매직 넘버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2996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14, 40, 24 같은 숫자를 의미 있는 상수 이름으로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154679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한 줄만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58444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단색이므로 rowData 하나를 만들어 재사용 → 반복 계산 최소화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57200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709160"/>
            <a:ext cx="3657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A3FA0"/>
                </a:solidFill>
                <a:latin typeface="맑은 고딕"/>
                <a:ea typeface="맑은 고딕"/>
              </a:rPr>
              <a:t>Write 오버로드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138928"/>
            <a:ext cx="3657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int → 4byte, short → 2byte, byte → 1byte로 기록됨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왜 24bit에는 팔레트가 없나?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8bit 이하는 색상표(팔레트) 번호를 저장. 24bit는 픽셀마다 R,G,B 값을 직접 저장하므로 팔레트가 필요 없음.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24bit vs 32bit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32bit는 BGRA로 Alpha(투명도) 1byte 추가. 32bit는 항상 4의 배수라 패딩이 생기지 않음.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엔디언(Endian)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Little-Endian : 하위 바이트 먼저 (Intel CPU, BMP). Big-Endian : 상위 바이트 먼저 (네트워크 바이트 순서).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파일 크기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54 + rowSize x height. 300x200 → 54 + 900x200 = 180,054 byte. 무압축이라 크기가 정확히 예측됨.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pixelsPerMeter 3780?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96 DPI ÷ 0.0254 m ≒ 3780 px/m. 인쇄 해상도 정보일 뿐 화면 표시에는 영향 없음.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byte.TryParse로 범위 검사?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byte는 0~255만 저장 가능 → 256 이상이나 음수는 변환 자체가 실패. 별도의 if 범위 검사 없이 RGB 입력값 검증.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rowSize / imageSize
pixelOffset
fileHeaderSize
outputFolder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static class BmpWriter
Save()
CalculateFileSize()
TryReadInputs()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6A3FA0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redTextBox
widthTextBox
colorPreviewBorder
resultImage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fileHeaderSize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 헤더 크기 (14)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이름(File Header) + Size → 숫자 14 대신 의미로 표기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infoHeaderSize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정보 헤더 크기 (40)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BITMAPINFOHEADER의 Info + 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bitsPerPixel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short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픽셀당 비트 수 (24)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biBitCount의 의미를 풀어 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pixelsPerMeter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BmpWriter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해상도 (3780 px/m ≒ 96 DPI)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필드(biXPelsPerMeter)의 단위까지 포함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filePath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저장할 파일 전체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fileName이 아닌 Path → 폴더까지 포함된 경로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 / height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 / 지역 · 버튼 이벤트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가로 / 세로 픽셀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이미지 크기 표준 용어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 / green / blue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채울 색상 값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색 채널 이름 그대로 → BGR 순서 기록 시 실수 방지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rowSize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패딩 포함 한 줄 바이트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row(가로 한 줄) + Size → 4배수 정렬된 크기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imageSize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biSizeImage와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pixelOffset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픽셀 데이터 시작 위치 (54)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bfOffBits = 픽셀까지의 offset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BMP 파일 전체 크기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규격 필드 bfSize와 같은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지역(using)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바이트 단위 파일 기록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BinaryWriter의 역할(쓰는 객체)을 짧게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rowData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Save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한 줄 분량의 BGR 픽셀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row의 실제 data → rowSize와 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x / y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반복 변수 · Save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위치 / 세로 줄 번호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좌표축 이름 → 가로 · 세로 반복임을 직관적으로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maxPixelSize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가로/세로 최대값 (5000)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max + Pixel + Size → 무엇의 최대 크기인지 명시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outputFolder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readonly 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결과 BMP 저장 폴더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output(결과물) + Folder → 경로 종류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 / green / blue (UI)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 (out)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매개변수 · TryReadInputs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TextBox에서 읽은 색상 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Save()의 매개변수와 같은 이름 → 값 흐름이 보임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isColorValid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TryReadInputs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R·G·B 3개 모두 0~255인지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+ 검사 대상(Color)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2606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isSizeValid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TryReadInputs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가로·세로가 1~5000인지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+ 검사 대상(Size)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fileName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CreateBmp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R255_G0_B0_300x200.bmp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폴더 없는 이름만 → filePath와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fileLength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long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CreateBmp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생성된 파일 크기 (byte)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FileInfo.Length 속성과 같은 단어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BitmapImage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LoadImage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화면에 표시할 이미지 객체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클래스명을 camelCase로 그대로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394960" cy="3154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redTextBox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 값 입력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greenTextBox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G 값 입력 (0~255)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blueTextBox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 값 입력 (0~255)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colorPreviewBorder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Border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입력한 색상 미리보기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widthTextBox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가로 픽셀 (기본 300)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heightTextBox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세로 픽셀 (기본 200)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17320"/>
          <a:ext cx="5394960" cy="2697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3160"/>
                <a:gridCol w="1143000"/>
                <a:gridCol w="18288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6A3FA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fileSizeTextBlock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예상 파일 크기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createButton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BMP 파일 생성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openFolderButton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저장 폴더 열기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resultImage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Image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생성된 BMP 미리보기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4E2C7A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파일명 · 용량 · 경로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RGB 값과 크기를 바꿔 가며 생성 · 파일 크기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03 BMP 파일 생성  |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창이 뜨자마자 기본값 (255, 0, 0)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300 x 200 빨강 BMP 자동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6352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색상 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예) R 255, G 128, B 0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색상 박스가 주황색으로 즉시 변경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2664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크기 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가로 · 세로 변경 시 예상 파일 크기 실시간 갱신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101 x 50 → 15,254 byte (패딩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1775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0375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5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생성 ·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375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[BMP 생성] → 미리보기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[폴더 열기]에서 실제 크기 = 예상 크기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48088" y="1783080"/>
            <a:ext cx="502920" cy="502920"/>
          </a:xfrm>
          <a:prstGeom prst="ellipse">
            <a:avLst/>
          </a:prstGeom>
          <a:solidFill>
            <a:srgbClr val="6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088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오류 입력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 300 또는 가로 0 입력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'입력값을 확인하세요' 표시, 생성 차단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